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Playwright Automation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Showcase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using Playwright with TypeScript</a:t>
            </a:r>
          </a:p>
          <a:p>
            <a:r>
              <a:rPr dirty="0"/>
              <a:t>Cross-browser automation</a:t>
            </a:r>
          </a:p>
          <a:p>
            <a:r>
              <a:rPr dirty="0"/>
              <a:t>Integrated Allure &amp; HTML reporting</a:t>
            </a:r>
          </a:p>
          <a:p>
            <a:r>
              <a:rPr dirty="0"/>
              <a:t>Retry mechanism for failed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playwright_project</a:t>
            </a:r>
            <a:r>
              <a:rPr dirty="0"/>
              <a:t>/</a:t>
            </a:r>
          </a:p>
          <a:p>
            <a:r>
              <a:rPr dirty="0"/>
              <a:t>    01_list_your_property.spec.ts</a:t>
            </a:r>
          </a:p>
          <a:p>
            <a:r>
              <a:rPr dirty="0"/>
              <a:t>    02_login_failure.spec.ts</a:t>
            </a:r>
          </a:p>
          <a:p>
            <a:r>
              <a:rPr lang="en-IN" dirty="0"/>
              <a:t>    </a:t>
            </a:r>
            <a:r>
              <a:rPr lang="en-IN" dirty="0" err="1"/>
              <a:t>package.json</a:t>
            </a:r>
            <a:endParaRPr lang="en-IN" dirty="0"/>
          </a:p>
          <a:p>
            <a:r>
              <a:rPr dirty="0"/>
              <a:t>    </a:t>
            </a:r>
            <a:r>
              <a:rPr dirty="0" err="1"/>
              <a:t>playwright.config.ts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Login Failure Automation Scenario</a:t>
            </a:r>
          </a:p>
          <a:p>
            <a:r>
              <a:rPr dirty="0"/>
              <a:t>Property Listing Workflow Automation</a:t>
            </a:r>
          </a:p>
          <a:p>
            <a:r>
              <a:rPr dirty="0"/>
              <a:t>Clean Test Case Organization</a:t>
            </a:r>
          </a:p>
          <a:p>
            <a:r>
              <a:rPr dirty="0"/>
              <a:t>Scalable Framework Design</a:t>
            </a:r>
          </a:p>
          <a:p>
            <a:r>
              <a:rPr dirty="0"/>
              <a:t>CI/CD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Run All Tests:</a:t>
            </a:r>
          </a:p>
          <a:p>
            <a:r>
              <a:rPr dirty="0" err="1"/>
              <a:t>npx</a:t>
            </a:r>
            <a:r>
              <a:rPr dirty="0"/>
              <a:t> playwright test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r>
              <a:rPr dirty="0"/>
              <a:t>Run on Chrome:</a:t>
            </a:r>
          </a:p>
          <a:p>
            <a:r>
              <a:rPr dirty="0" err="1"/>
              <a:t>npx</a:t>
            </a:r>
            <a:r>
              <a:rPr dirty="0"/>
              <a:t> playwright test --project="Google Chrome"</a:t>
            </a:r>
          </a:p>
          <a:p>
            <a:endParaRPr dirty="0"/>
          </a:p>
          <a:p>
            <a:r>
              <a:rPr dirty="0"/>
              <a:t>Generate Allure Report:</a:t>
            </a:r>
          </a:p>
          <a:p>
            <a:r>
              <a:rPr dirty="0"/>
              <a:t>allure generate allure-results --clean -o allure-report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Demonstrates strong automation fundamentals</a:t>
            </a:r>
          </a:p>
          <a:p>
            <a:r>
              <a:rPr dirty="0"/>
              <a:t>Implements retry strategy</a:t>
            </a:r>
          </a:p>
          <a:p>
            <a:r>
              <a:rPr dirty="0"/>
              <a:t>Production-ready reporting integration</a:t>
            </a:r>
          </a:p>
          <a:p>
            <a:r>
              <a:rPr dirty="0"/>
              <a:t>Suitable for enterprise-level QA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Playwright Automation Framework</vt:lpstr>
      <vt:lpstr>Project Overview</vt:lpstr>
      <vt:lpstr>Project Structure</vt:lpstr>
      <vt:lpstr>Key Features</vt:lpstr>
      <vt:lpstr>Execution Commands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sada.maurya02@gmail.com</cp:lastModifiedBy>
  <cp:revision>4</cp:revision>
  <dcterms:created xsi:type="dcterms:W3CDTF">2013-01-27T09:14:16Z</dcterms:created>
  <dcterms:modified xsi:type="dcterms:W3CDTF">2026-02-26T13:21:13Z</dcterms:modified>
  <cp:category/>
</cp:coreProperties>
</file>